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54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0" y="2791792"/>
            <a:ext cx="2857500" cy="28575"/>
          </a:xfrm>
          <a:prstGeom prst="rect">
            <a:avLst/>
          </a:prstGeom>
          <a:noFill/>
          <a:ln w="28575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105326" y="867742"/>
            <a:ext cx="49332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2325442" y="1782142"/>
            <a:ext cx="44931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Future in the Digital Economy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910498" y="3125167"/>
            <a:ext cx="33230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&amp; TikTok Automation Mastery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78476" y="3544267"/>
            <a:ext cx="218697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Program Orientation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11299" y="4089053"/>
            <a:ext cx="2721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SparkUp Creative LLC | Yaser Shamim, CEO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3869" y="2718420"/>
            <a:ext cx="4856187" cy="12192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60015" y="737295"/>
            <a:ext cx="462389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We're Living 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400300" y="1453530"/>
            <a:ext cx="434340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not preparing for the AI revolution—</a:t>
            </a:r>
            <a:endParaRPr lang="en-US" sz="1800" dirty="0"/>
          </a:p>
          <a:p>
            <a:pPr marL="0" indent="0" algn="ctr">
              <a:lnSpc>
                <a:spcPts val="2880"/>
              </a:lnSpc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already living in it."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86769" y="3023220"/>
            <a:ext cx="420848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isn't whether AI will change your life.</a:t>
            </a:r>
            <a:endParaRPr lang="en-US" sz="15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already has.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2415" y="4166220"/>
            <a:ext cx="33790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you BENEFIT from it, or be left behind?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08964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39280"/>
            <a:ext cx="7924800" cy="108964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57526"/>
            <a:ext cx="7924800" cy="108964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747171"/>
            <a:ext cx="7924800" cy="108964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Explosive Growth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3524" y="1478235"/>
            <a:ext cx="76169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$757B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63524" y="1897335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" y="2567880"/>
            <a:ext cx="76169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$3.68T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63524" y="2986980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2034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" y="3886126"/>
            <a:ext cx="76169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$2T+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63524" y="43052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Spending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" y="4975771"/>
            <a:ext cx="76169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36.97%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63524" y="539487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Growth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3486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the Smartphone Revolution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$37.89B (2025) → $1,206B (2035)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7353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31× Growth in 10 Years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826916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growing faster than mobile apps or cloud computing boom. Companies are spending $2 trillion THIS YEAR creating opportunities—but also displacing those who aren't prepared.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Reality Check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devices have AI technology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companies use AI in business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say AI gives competitive advantage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customer support will use AI by 2026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1685" y="1520205"/>
            <a:ext cx="4320629" cy="22744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73798" y="880170"/>
            <a:ext cx="359632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$15.7 Trillion Promise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34823" y="1977405"/>
            <a:ext cx="34743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will contribute to global GDP by 2030: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34823" y="2396505"/>
            <a:ext cx="347435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$15.7 Trillion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823" y="3097485"/>
            <a:ext cx="347435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than China's current economy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80622" y="4023271"/>
            <a:ext cx="478268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 is one of the three fastest-growing AI sectors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5597" y="2061270"/>
            <a:ext cx="417273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Everyday Life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00447" y="2762250"/>
            <a:ext cx="23431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Already Using It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 AM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Smart alarm analyzes sleep cycle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7:30 AM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Google Maps predicts traffic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Gmail auto-sorts emails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PM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Instagram/TikTok AI curates feed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Day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 PM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Bank fraud detection saves account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 PM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Netflix AI suggests content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PM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Alexa/Google controls home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32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you be a CONSUMER of AI, or a CREATOR using AI?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Creation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Runway, Pika Labs generate videos from 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 creates scripts in seconds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ElevenLabs in any language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Midjourney creates thumbnails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98320" y="2061270"/>
            <a:ext cx="274728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at Risk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282495" y="2762250"/>
            <a:ext cx="2579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1978" y="1095524"/>
            <a:ext cx="2019970" cy="1600051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61978" y="2695575"/>
            <a:ext cx="2019970" cy="1600051"/>
          </a:xfrm>
          <a:prstGeom prst="rect">
            <a:avLst/>
          </a:prstGeom>
          <a:solidFill>
            <a:srgbClr val="065F4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4661" y="379288"/>
            <a:ext cx="499467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Great Job Transformation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52674" y="1400324"/>
            <a:ext cx="143857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852674" y="1887959"/>
            <a:ext cx="143857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Displaced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52674" y="2204145"/>
            <a:ext cx="14385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52674" y="3000375"/>
            <a:ext cx="143857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852674" y="3488010"/>
            <a:ext cx="143857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Jobs Created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52674" y="3804196"/>
            <a:ext cx="14385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AI Economy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13369" y="4524226"/>
            <a:ext cx="53172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million people need to CHANGE what they do. Will you be ready?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Risk Jobs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Entry Clerks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Customer Service Reps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Content Writers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Bookkeepers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09726"/>
            <a:ext cx="7924800" cy="69718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At-Risk Positions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249635"/>
            <a:ext cx="762000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Assembly Line Workers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Telemarketing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2438326"/>
            <a:ext cx="757809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CEOs from Amazon, Ford, Salesforce publicly stating: many jobs will disappear due to AI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Automation Risk Jobs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Nurse Anesthetists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Emergency Physicians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 Directors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Content Strategists ← YOU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2867" y="1801118"/>
            <a:ext cx="4938192" cy="2257425"/>
          </a:xfrm>
          <a:prstGeom prst="rect">
            <a:avLst/>
          </a:prstGeom>
          <a:solidFill>
            <a:srgbClr val="1E293B"/>
          </a:solidFill>
          <a:ln w="28575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30806" y="1084883"/>
            <a:ext cx="26823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Reality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88642" y="2286893"/>
            <a:ext cx="3966642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won't replace humans.</a:t>
            </a:r>
            <a:endParaRPr lang="en-US" sz="2250" dirty="0"/>
          </a:p>
          <a:p>
            <a:pPr marL="0" indent="0" algn="ctr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 humans who USE AI will</a:t>
            </a:r>
            <a:endParaRPr lang="en-US" sz="2250" dirty="0"/>
          </a:p>
          <a:p>
            <a:pPr marL="0" indent="0" algn="ctr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replace humans who DON'T."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82850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78138"/>
            <a:ext cx="7924800" cy="1828502"/>
          </a:xfrm>
          <a:prstGeom prst="rect">
            <a:avLst/>
          </a:prstGeom>
          <a:solidFill>
            <a:srgbClr val="065F4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AI-Powered Creator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3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16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posts/week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videos/month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formats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Struggling income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382938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855318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pieces/week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videos/month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 income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High-Demand AI Jobs (2026)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Strategist: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$85K-$150K/year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 Producer: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$60K-$120K/year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Engineer: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$90K-$180K/year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Automation: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$50K-$100K/year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3153" y="2061270"/>
            <a:ext cx="355769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56692" y="2762250"/>
            <a:ext cx="22305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Headed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by 2030 - Next 4 Years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25+ sovereign AI models globally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implements software from language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diagnoses diseases before symptoms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in every home appliance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1658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YouTube &amp; TikTok NOW?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36.97% Annual Growth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97335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video market exploding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644080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timing: AI tools powerful enough for professional content, but NOT YET saturated. Early adopters have 2-3 year head start.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828502"/>
          </a:xfrm>
          <a:prstGeom prst="rect">
            <a:avLst/>
          </a:prstGeom>
          <a:solidFill>
            <a:srgbClr val="991B1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78138"/>
            <a:ext cx="7924800" cy="1828502"/>
          </a:xfrm>
          <a:prstGeom prst="rect">
            <a:avLst/>
          </a:prstGeom>
          <a:solidFill>
            <a:srgbClr val="065F4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2030 Digital Divide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3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AI-Unprepared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16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jobs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 income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opportunities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382938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AI-Empowered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855318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income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skills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12011" y="2061270"/>
            <a:ext cx="411990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Program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021481" y="2762250"/>
            <a:ext cx="110096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82850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78138"/>
            <a:ext cx="7924800" cy="1828502"/>
          </a:xfrm>
          <a:prstGeom prst="rect">
            <a:avLst/>
          </a:prstGeom>
          <a:solidFill>
            <a:srgbClr val="065F4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SparkUp vs Traditional Education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3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16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Theory-heavy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years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$10K-$50K+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skills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382938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SparkUp 90-Day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855318"/>
            <a:ext cx="73152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AI tools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skills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&amp; TikTok platform mastery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scripting (ChatGPT, Claude)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visuals (Midjourney, DALL-E)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workflows (ElevenLabs)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&amp; publishing automation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Growth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(0-3 months)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Internship Eligibility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Contributor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Long-Term Association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8553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Empowerment Initiative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21"/>
            <a:ext cx="731520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through skills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building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capability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entrepreneurship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25740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skills in a GROWING field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90-Day Commitment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630635"/>
            <a:ext cx="79248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building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opportunities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377157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Bring: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758157"/>
            <a:ext cx="79248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access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2543" y="1764060"/>
            <a:ext cx="3458914" cy="23315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23059" y="1047824"/>
            <a:ext cx="349780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Urgency of 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196574" y="2145060"/>
            <a:ext cx="27508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23543" y="2617440"/>
            <a:ext cx="269691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mature for professional use</a:t>
            </a:r>
            <a:endParaRPr lang="en-US" sz="135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NOT YET saturated</a:t>
            </a:r>
            <a:endParaRPr lang="en-US" sz="135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Companies desperately hiring</a:t>
            </a:r>
            <a:endParaRPr lang="en-US" sz="135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year head start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believe AI is transforming jobs?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want to BENEFIT from this shift?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you commit 90 days to learning?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32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decision—and the work—is yours.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101" y="2078310"/>
            <a:ext cx="4381798" cy="1703040"/>
          </a:xfrm>
          <a:prstGeom prst="rect">
            <a:avLst/>
          </a:prstGeom>
          <a:solidFill>
            <a:srgbClr val="1E293B"/>
          </a:solidFill>
          <a:ln w="28575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97938" y="1362075"/>
            <a:ext cx="3148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Question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66876" y="2564085"/>
            <a:ext cx="3410248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YOU be shaping the future,</a:t>
            </a:r>
            <a:endParaRPr lang="en-US" sz="1800" dirty="0"/>
          </a:p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shaped by it?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0" y="2860328"/>
            <a:ext cx="2857500" cy="28575"/>
          </a:xfrm>
          <a:prstGeom prst="rect">
            <a:avLst/>
          </a:prstGeom>
          <a:noFill/>
          <a:ln w="28575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732355" y="1206847"/>
            <a:ext cx="367929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Begin?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782072" y="1984028"/>
            <a:ext cx="3579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enrollment &amp; documentation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97150" y="3193703"/>
            <a:ext cx="17496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SparkUp Creative LLC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30246" y="3509888"/>
            <a:ext cx="1283509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+91-93-6967-1970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69218" y="3723233"/>
            <a:ext cx="1805565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www.sparkupcreative.com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931</Words>
  <Application>Microsoft Macintosh PowerPoint</Application>
  <PresentationFormat>On-screen Show (16:9)</PresentationFormat>
  <Paragraphs>211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a29404</cp:lastModifiedBy>
  <cp:revision>2</cp:revision>
  <dcterms:created xsi:type="dcterms:W3CDTF">2026-01-31T19:53:46Z</dcterms:created>
  <dcterms:modified xsi:type="dcterms:W3CDTF">2026-01-31T19:57:19Z</dcterms:modified>
</cp:coreProperties>
</file>