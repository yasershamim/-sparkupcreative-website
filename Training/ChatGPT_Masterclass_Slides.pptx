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172A">
              <a:alpha val="40000"/>
            </a:srgbClr>
          </a:solidFill>
          <a:ln w="12700">
            <a:solidFill>
              <a:srgbClr val="0F172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PRESENTS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ChatGPT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A–Z Training Guide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AI-Powered Creator — Everything You Need to Know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Yaser Shamim  |  Founder &amp; CEO, SparkUp Creative LLC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286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COVER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34440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344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289304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AI &amp; ChatGPT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892808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892808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89280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" y="194767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551176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51176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55117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" y="26060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209544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209544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20954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" y="32644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3867912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867912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8679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" y="3922776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Writing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234440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234440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2344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289304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Use Cases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892808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892808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89280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194767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Features Deep Dive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551176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551176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55117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26060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Limitations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209544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209544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20954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32644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AI Workflow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867912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867912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8679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3922776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Exercises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4526280"/>
            <a:ext cx="420624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4526280"/>
            <a:ext cx="5029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5262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49240" y="4581144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Journey — Next Steps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Introduction to AI &amp; ChatGPT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AI? What is ChatGPT? History &amp; Comparisons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Artificial Intelligence (AI)?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89280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8424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ONE task — face recognition, spam filters, voice assistants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3752" y="189280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6002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98424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like humans across all areas — still theoretical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4015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1089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4930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 — text, images, audio, video (ChatGPT!)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73752" y="340156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31089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4930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 and improves over time automatically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ChatGPT?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3200400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Pre-trained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26517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99232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Built by OpenAI
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Trained on billions of text pages
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Responds in natural language
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Available 24/7, free to start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1481328"/>
            <a:ext cx="50292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94760" y="1481328"/>
            <a:ext cx="64008" cy="7040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554480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It's a Chatbot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810512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message → get a smart, human-like response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94760" y="2276856"/>
            <a:ext cx="50292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94760" y="2276856"/>
            <a:ext cx="64008" cy="7040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350008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Powered by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606040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Large Language Model — predicts patterns from training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94760" y="3072384"/>
            <a:ext cx="50292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94760" y="3072384"/>
            <a:ext cx="64008" cy="7040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3145536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It Generates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3401568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search Google — it CREATES responses from knowledge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94760" y="3867912"/>
            <a:ext cx="50292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94760" y="3867912"/>
            <a:ext cx="64008" cy="7040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941064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Multimodal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4197096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read text, images, files, and generate images too (GPT-4o)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Brief History of ChatGPT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34640"/>
            <a:ext cx="749808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24912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444752"/>
            <a:ext cx="1554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Founded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2578608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2724912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944368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3172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45643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— 175B parameters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7249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1444752"/>
            <a:ext cx="1554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69164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Launch — 1M users in 5 days!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578608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724912"/>
            <a:ext cx="219456" cy="21945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944368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172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345643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— Multimodal AI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38160" y="272491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444752"/>
            <a:ext cx="1554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69164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— Voice, Image &amp; Video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75320" y="2578608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ChatGPT vs Other AI Tools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874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0756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Research, Coding, Brainstorming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08760"/>
            <a:ext cx="6400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874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8032" y="20756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docs, Nuanced writing, Safety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06040"/>
            <a:ext cx="64008" cy="96012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70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2971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31729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search, Google Workspace integration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606040"/>
            <a:ext cx="64008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670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2971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28032" y="31729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PowerPoint automation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7033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03320"/>
            <a:ext cx="64008" cy="960120"/>
          </a:xfrm>
          <a:prstGeom prst="rect">
            <a:avLst/>
          </a:prstGeom>
          <a:solidFill>
            <a:srgbClr val="20B2AA"/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767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" y="4069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" y="42702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search with citations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7033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70332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767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28032" y="4069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28032" y="42702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generation from text prompts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Getting Started with ChatGPT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 · Interface · Free vs Plus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to Create Your ChatGPT Account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57276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chat.openai.com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23113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311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5856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'Sign Up' — use Google, Microsoft, or Email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88950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89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91693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 address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483864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354787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547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57530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Free or Plus Plan ($20/month)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4142232"/>
            <a:ext cx="84124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420624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23367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 — start your first conversation!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 Plan vs ChatGPT Plus ($20/month)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481328"/>
            <a:ext cx="24688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481328"/>
            <a:ext cx="26517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4813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4813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011680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011680"/>
            <a:ext cx="2651760" cy="438912"/>
          </a:xfrm>
          <a:prstGeom prst="rect">
            <a:avLst/>
          </a:prstGeom>
          <a:solidFill>
            <a:srgbClr val="EF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848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0848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20848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(Full Power)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78024"/>
            <a:ext cx="315468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2478024"/>
            <a:ext cx="246888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478024"/>
            <a:ext cx="265176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511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5511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per day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25511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daily limit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944368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2944368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944368"/>
            <a:ext cx="2651760" cy="438912"/>
          </a:xfrm>
          <a:prstGeom prst="rect">
            <a:avLst/>
          </a:prstGeom>
          <a:solidFill>
            <a:srgbClr val="EF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175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30175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3017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included 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410712"/>
            <a:ext cx="315468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6160" y="3410712"/>
            <a:ext cx="246888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410712"/>
            <a:ext cx="265176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838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34838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only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34838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 ✅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877056"/>
            <a:ext cx="3154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3877056"/>
            <a:ext cx="2468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3877056"/>
            <a:ext cx="2651760" cy="438912"/>
          </a:xfrm>
          <a:prstGeom prst="rect">
            <a:avLst/>
          </a:prstGeom>
          <a:solidFill>
            <a:srgbClr val="EFF9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950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0" y="39502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at peak times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0" y="39502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access 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343400"/>
            <a:ext cx="315468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6160" y="4343400"/>
            <a:ext cx="246888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4343400"/>
            <a:ext cx="265176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4165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GPTs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0" y="44165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only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7920" y="44165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Access ✅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Art of Prompt Engineering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Skill for Every AI User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 PROMPT?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6420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any message you send to ChatGPT — a question, an instruction, or a combination of both.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giving instructions to a brilliant assistant who takes everything literally.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3401568"/>
            <a:ext cx="54864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93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quality of your OUTPUT = The quality of your INPUT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5 Levels of Prompting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57276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about fitness"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30552"/>
            <a:ext cx="827532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037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20370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22199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200-word post on fitness for beginners"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79776"/>
            <a:ext cx="81381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529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85292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87121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fitness coach. Write for Indian women aged 25-35..."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429000"/>
            <a:ext cx="8001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0215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021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Format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71800" y="35204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a copywriter. Use bullets. Friendly tone. 3 tips."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078224"/>
            <a:ext cx="78638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15137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415137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416966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Role + Audience + Format + Tone + Examples = 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CRAFT Prompt Formula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508760"/>
            <a:ext cx="1600200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6002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484632" y="263347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6974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3035808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ChatGPT the background situation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84832" y="1508760"/>
            <a:ext cx="1600200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84832" y="16002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5800" dirty="0"/>
          </a:p>
        </p:txBody>
      </p:sp>
      <p:sp>
        <p:nvSpPr>
          <p:cNvPr id="13" name="Shape 11"/>
          <p:cNvSpPr/>
          <p:nvPr/>
        </p:nvSpPr>
        <p:spPr>
          <a:xfrm>
            <a:off x="2221992" y="263347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26974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30552" y="3035808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WHO to act as — expert, coach, copywriter...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22192" y="1508760"/>
            <a:ext cx="1600200" cy="2560320"/>
          </a:xfrm>
          <a:prstGeom prst="rect">
            <a:avLst/>
          </a:prstGeom>
          <a:solidFill>
            <a:srgbClr val="1D6FAE"/>
          </a:solidFill>
          <a:ln w="12700">
            <a:solidFill>
              <a:srgbClr val="1D6F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22192" y="16002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800" dirty="0"/>
          </a:p>
        </p:txBody>
      </p:sp>
      <p:sp>
        <p:nvSpPr>
          <p:cNvPr id="18" name="Shape 16"/>
          <p:cNvSpPr/>
          <p:nvPr/>
        </p:nvSpPr>
        <p:spPr>
          <a:xfrm>
            <a:off x="3959352" y="263347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6974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67912" y="3035808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— write, analyze, summarize, create...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59552" y="1508760"/>
            <a:ext cx="1600200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59552" y="16002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5800" dirty="0"/>
          </a:p>
        </p:txBody>
      </p:sp>
      <p:sp>
        <p:nvSpPr>
          <p:cNvPr id="23" name="Shape 21"/>
          <p:cNvSpPr/>
          <p:nvPr/>
        </p:nvSpPr>
        <p:spPr>
          <a:xfrm>
            <a:off x="5696712" y="263347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05272" y="26974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05272" y="3035808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output — bullets, table, paragraph, numbered...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96912" y="1508760"/>
            <a:ext cx="1600200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96912" y="16002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5800" dirty="0"/>
          </a:p>
        </p:txBody>
      </p:sp>
      <p:sp>
        <p:nvSpPr>
          <p:cNvPr id="28" name="Shape 26"/>
          <p:cNvSpPr/>
          <p:nvPr/>
        </p:nvSpPr>
        <p:spPr>
          <a:xfrm>
            <a:off x="7434072" y="2633472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2632" y="26974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42632" y="3035808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— professional, casual, motivational, funny...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Common Prompting Mistakes — Avoid These!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72768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3677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Being too VAGUE — 'Write something about AI'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66544"/>
            <a:ext cx="84124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305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context — ChatGPT doesn't know YOUR business unless YOU tell 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243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Accepting the first output — ALWAYS refine and iterate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54096"/>
            <a:ext cx="84124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181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Asking too many unrelated things in ONE prompt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118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specifying your TARGET AUDIENCE — who is this for?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41648"/>
            <a:ext cx="84124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056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Forgetting the FORMAT — paragraph? bullets? table? script?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Use CRAFT formula — Context + Role + Action + Format + Tone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ChatGPT for Content Creation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· Blogs · Email · YouTube · Repurposing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Social Media Content at Scale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81328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81328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270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Hook + Value + CTA captions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caption variations in one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 for Reels, Carousels, Stories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481328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81328"/>
            <a:ext cx="41148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270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938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 storytelling posts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Thought leadership articles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 announcements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054096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54096"/>
            <a:ext cx="4114800" cy="384048"/>
          </a:xfrm>
          <a:prstGeom prst="rect">
            <a:avLst/>
          </a:prstGeom>
          <a:solidFill>
            <a:srgbClr val="1D9BF0"/>
          </a:solidFill>
          <a:ln w="12700">
            <a:solidFill>
              <a:srgbClr val="1D9B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998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511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10-tweet thread from one idea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Hook tweet + value + CTA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Trending topic angles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054096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054096"/>
            <a:ext cx="4114800" cy="38404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998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511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Titles, descriptions, tags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posts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ideas in bulk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Content Repurposing Engine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828800"/>
            <a:ext cx="219456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8288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YouTube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54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Caption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14630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554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Thread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0" y="274320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Intro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0" y="39319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0440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Broadcast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5445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 pieces of content from 1 script  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ChatGPT for Script Writing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Reels · Podcasts · Webinars · Ads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YouTube Script Structure — Section by Section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813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81328"/>
            <a:ext cx="265176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270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sec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viewer UNABLE to click away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4813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481328"/>
            <a:ext cx="265176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270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LOOP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7556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sec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46120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curiosity — hint at what's coming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48132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481328"/>
            <a:ext cx="265176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5270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7556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sec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0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 + What's in it for THEM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099816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99816"/>
            <a:ext cx="26517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455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37413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36301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clear sections with examples &amp; stories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54680" y="3099816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3099816"/>
            <a:ext cx="265176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1455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337413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46120" y="36301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stat, or story to reset attention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3099816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3099816"/>
            <a:ext cx="265176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1455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37413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26480" y="36301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non-pushy — likes, subscribe, comment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Make ChatGPT Sound Exactly Like YOU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109728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15819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Best Scripts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1856232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ChatGPT 2–3 examples of your best-performing content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58568"/>
            <a:ext cx="109728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414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331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Style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606040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"Analyze my writing style — tone, vocabulary, energy level, humor"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08376"/>
            <a:ext cx="10972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912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0200" y="3081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Voice Match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3558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write a new script on [TOPIC] matching this exact style"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5818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58184"/>
            <a:ext cx="10972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410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38313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&amp; Refine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0200" y="4105656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it more energetic" / "Add more storytelling" / "Shorter intro"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99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Result: ChatGPT produces scripts that sound like YOU wrote them — in minutes, not hours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Advanced &amp; Underrated Use Cases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· Research · Business Operations · Power Combos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ChatGPT for Performance Marketing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Ad Copies for 1 Product — Each Using a Different Trigger: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11680"/>
            <a:ext cx="26060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574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323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missing out — urgency-driven copy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201168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2011680"/>
            <a:ext cx="2606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0574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4323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Testimonials, numbers, results that build trust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201168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2011680"/>
            <a:ext cx="2606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0574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4323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that make people NEED to know more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91840"/>
            <a:ext cx="26060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7124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self — where they WANT to be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08960" y="329184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3291840"/>
            <a:ext cx="26060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337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7124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their pain → offer your solution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 Combinations — ChatGPT + Other AI Tools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8132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70992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5453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→ Video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653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HeyGen / Synthesia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8132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1709928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15453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→ Audio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8653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ElevenLabs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80720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26426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9626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Midjourney / DALL-E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57860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73168" y="280720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26426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Animation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29626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Kling AI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7588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390448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840" y="37398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Slides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0599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Gamma / Beautiful.ai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67588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73168" y="3904488"/>
            <a:ext cx="502920" cy="502920"/>
          </a:xfrm>
          <a:prstGeom prst="ellipse">
            <a:avLst/>
          </a:prstGeom>
          <a:solidFill>
            <a:srgbClr val="1D6FAE"/>
          </a:solidFill>
          <a:ln w="12700">
            <a:solidFill>
              <a:srgbClr val="1D6F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37398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→ SEO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40599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SurferSEO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ChatGPT Features Deep Dive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GPTs · Memory · Voice · Images · File Uploads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GPTs — Your Personal AI Employees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ChatGPT versions trained for specific tasks — like hiring AI staff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84124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2011680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01168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933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Scriptwriter GPT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scripts in YOUR exact style &amp; format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59736"/>
            <a:ext cx="8412480" cy="4480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532888"/>
            <a:ext cx="301752" cy="30175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328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GPT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20640" y="2532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writes with SEO best practices built 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84124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054096"/>
            <a:ext cx="301752" cy="3017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05409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035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GPT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20640" y="30540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in your brand's exact tone &amp; vocabulary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502152"/>
            <a:ext cx="8412480" cy="4480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575304"/>
            <a:ext cx="301752" cy="3017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57530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5570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Trainer GPT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20640" y="35753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student questions using your materials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84124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4096512"/>
            <a:ext cx="301752" cy="3017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09651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0782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GPT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20640" y="4096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high-converting ads for your niche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ChatGPT's Key Features — At a 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81328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81328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preferences, business &amp; style across sessions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481328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481328"/>
            <a:ext cx="265176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461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4871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PDFs, Excel, images — get insights in seconds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481328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481328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2648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4871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conversations — brainstorm on the go!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099816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99816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32644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5760" y="38130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105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thumbnails, visuals &amp; brand art from text prompts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54680" y="3099816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3099816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32644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246120" y="38130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(No Coding!)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4105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automation, formulas, scripts — no tech degree needed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099816"/>
            <a:ext cx="2651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3099816"/>
            <a:ext cx="2651760" cy="73152"/>
          </a:xfrm>
          <a:prstGeom prst="rect">
            <a:avLst/>
          </a:prstGeom>
          <a:solidFill>
            <a:srgbClr val="1D6FAE"/>
          </a:solidFill>
          <a:ln w="12700">
            <a:solidFill>
              <a:srgbClr val="1D6F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2644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26480" y="38130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4105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real-time internet info (Plus plan)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Limitations, Ethics &amp; AI Safety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ChatGPT Can't Do · How to Use AI Responsibly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ChatGPT Cannot 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384048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1508760"/>
            <a:ext cx="44805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Knowledge Cutoff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6002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Does not know recent events — always verify current news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384048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130552"/>
            <a:ext cx="44805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21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Can Hallucinate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22199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May confidently give wrong info — ALWAYS fact-check critical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384048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752344"/>
            <a:ext cx="44805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43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Real Emotions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84378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It predicts text patterns — it does not think or feel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374136"/>
            <a:ext cx="384048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3374136"/>
            <a:ext cx="44805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655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Memory by Default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346557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Each new chat starts fresh unless Memory is turned 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995928"/>
            <a:ext cx="384048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3995928"/>
            <a:ext cx="44805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87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Copyright Risk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40873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 unique content — generated text may mirror sources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360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ChatGPT is a powerful TOOL — not a replacement for your brain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Using AI Ethically &amp; Responsibly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508760"/>
            <a:ext cx="42519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08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Disclose AI use when required (academic, journalism)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5968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fact-check important outputs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1638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 &amp; add your expertise to AI-generated content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730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AI to enhance — not replace — human creativity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20299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spread misinformation with AI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259689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paste sensitive personal data into ChatGPT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316382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plagiarize — AI work needs human review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37307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rely on AI for medical/legal/financial decisions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Your AI-Powered Workflow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 · Content System · Prompt Library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30-Minute Daily AI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12344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160020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5 content ideas for today based on your niche &amp; trends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48840"/>
            <a:ext cx="123444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86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224028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captions + 1 script section or 1 email with ChatGPT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88920"/>
            <a:ext cx="12344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88036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 yesterday's best content into a new format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29000"/>
            <a:ext cx="12344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66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— summarize 1 article or trend in your niche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69080"/>
            <a:ext cx="12344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062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91640" y="416052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tomorrow — generate content calendar ideas in one prompt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7-Step AI Content Creation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2743200"/>
            <a:ext cx="914400" cy="548640"/>
          </a:xfrm>
          <a:prstGeom prst="ellipse">
            <a:avLst/>
          </a:prstGeom>
          <a:solidFill>
            <a:srgbClr val="1B2A4A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1225296"/>
            <a:ext cx="18288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30752" y="128016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IDEATE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30752" y="148132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20+ ideas weekly in one session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72941" y="1810574"/>
            <a:ext cx="18288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46093" y="186543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SCRIPT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46093" y="206660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with the CRAFT formula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73106" y="3125680"/>
            <a:ext cx="18288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46258" y="318054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CREATE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46258" y="338171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Film, design, or produce content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32064" y="4180314"/>
            <a:ext cx="18288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05216" y="423517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OPTIMIZE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05216" y="443634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Captions, titles, descriptions, hashtags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83136" y="4180314"/>
            <a:ext cx="18288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56288" y="423517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PUBLISH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56288" y="443634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via Buffer / Meta Business Suite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42094" y="3125680"/>
            <a:ext cx="18288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15246" y="318054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REPURPOSE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15246" y="338171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 video into 5+ content pieces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42259" y="1810574"/>
            <a:ext cx="1828800" cy="475488"/>
          </a:xfrm>
          <a:prstGeom prst="rect">
            <a:avLst/>
          </a:prstGeom>
          <a:solidFill>
            <a:srgbClr val="1D6FAE"/>
          </a:solidFill>
          <a:ln w="12700">
            <a:solidFill>
              <a:srgbClr val="1D6FA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15411" y="186543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ANALYZE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15411" y="206660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performance data back to ChatGPT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Practical Exercises &amp; Live Practice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· Intermediate · Advanced · Group Activity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Practice Exercises — By Level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81328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81328"/>
            <a:ext cx="265176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27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Write your own bio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Create 7 Instagram captions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3814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Generate 15 video ideas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15137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Write a product description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481328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481328"/>
            <a:ext cx="26517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527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01168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Write a 3-email welcome sequence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72491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 YouTube script (800+ words)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343814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30-day content calendar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415137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5 Facebook ads — 5 different triggers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481328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81328"/>
            <a:ext cx="265176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527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01168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Create your own Custom GPT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72491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Build a full Content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343814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Write a Brand Voice Guide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415137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Design a 45-min Webinar Script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LIVE PROMPT BATTLE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841248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58191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81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Teams —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6184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people per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841248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14884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148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1671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Topic For All —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1854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gets the SAME brief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42616"/>
            <a:ext cx="841248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71576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15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7340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Timer —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75234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ChatGPT and get the best output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09544"/>
            <a:ext cx="841248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282696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82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3009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—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3192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Hook · Best Caption · Best Ad · Best Script Intro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76472"/>
            <a:ext cx="841248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84962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8679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&amp; Discuss — 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8862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votes on winners — then we analyze WHY it worked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200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03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AI Journey — Next Steps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Stages of an AI Creator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Yaser Shamim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3 Stages of an AI Creator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81328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81328"/>
            <a:ext cx="26517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12140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21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2505456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Learn the basics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" y="3218688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Experiment daily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3192" y="3931920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your first prompt library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54680" y="1481328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481328"/>
            <a:ext cx="265176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46120" y="1737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03320" y="212140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121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9272" y="2505456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workflows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9272" y="3218688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systems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9272" y="3931920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Teach others &amp; go deeper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1481328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481328"/>
            <a:ext cx="26517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1737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29400" y="212140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121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5352" y="2505456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Custom GPTs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45352" y="3218688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Consult others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45352" y="3931920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AI-powered products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Daily Commitment to AI Mastery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61848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minimum 30 minutes with ChatGPT every single 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2585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powerful prompt you discover — build your library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8986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what you learn — teaching is the fastest path to mastery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84124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53872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OpenAI announcements — new features drop every month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417880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AI communities — share, collaborate, and grow together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82346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 |  ChatGPT Masterclass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are now 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 Creator.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future belongs to those who learn AI — not fear it."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32004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Build Something Amazing 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  |  Trainer: Yaser Shamim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 Grow with Purpose. Lead with Vision.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Masterclass</dc:title>
  <dc:subject>PptxGenJS Presentation</dc:subject>
  <dc:creator>Yaser Shamim — SparkUp Creative</dc:creator>
  <cp:lastModifiedBy>Yaser Shamim — SparkUp Creative</cp:lastModifiedBy>
  <cp:revision>1</cp:revision>
  <dcterms:created xsi:type="dcterms:W3CDTF">2026-04-01T04:18:36Z</dcterms:created>
  <dcterms:modified xsi:type="dcterms:W3CDTF">2026-04-01T04:18:36Z</dcterms:modified>
</cp:coreProperties>
</file>